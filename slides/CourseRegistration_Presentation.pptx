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Registration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Composite Pattern for Course Modules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29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5303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hierarchical course structures in educational systems is complex. This system solves it by implementing the Composite Design Pattern — treating Courses, Modules, and Lessons uniformly through a common interface.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331720"/>
            <a:ext cx="28346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27249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Learners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|  OOP  |  Composite Design Pattern  |  File I/O  |  Exception Handling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594360"/>
          </a:xfrm>
          <a:prstGeom prst="rect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509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CourseComponent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5087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91640"/>
            <a:ext cx="3200400" cy="594360"/>
          </a:xfrm>
          <a:prstGeom prst="rect">
            <a:avLst/>
          </a:prstGeom>
          <a:solidFill>
            <a:srgbClr val="1E2761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7282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228600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68880"/>
            <a:ext cx="3200400" cy="594360"/>
          </a:xfrm>
          <a:prstGeom prst="rect">
            <a:avLst/>
          </a:prstGeom>
          <a:solidFill>
            <a:srgbClr val="1E2761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505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2788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Node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306324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46120"/>
            <a:ext cx="3200400" cy="594360"/>
          </a:xfrm>
          <a:prstGeom prst="rect">
            <a:avLst/>
          </a:prstGeom>
          <a:solidFill>
            <a:srgbClr val="1E2761"/>
          </a:solidFill>
          <a:ln w="2540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282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566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822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Structure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31920" y="1234440"/>
            <a:ext cx="49377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1234440"/>
            <a:ext cx="10972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271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1472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CourseComponent, Course, Module, Lesson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1810512"/>
            <a:ext cx="49377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0" y="1810512"/>
            <a:ext cx="10972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18470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20482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Student.java — student data model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31920" y="2386584"/>
            <a:ext cx="49377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31920" y="2386584"/>
            <a:ext cx="109728" cy="4754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2423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exception/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60520" y="2624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AlreadyRegisteredException, CourseNotFoundException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0" y="2962656"/>
            <a:ext cx="49377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31920" y="2962656"/>
            <a:ext cx="109728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2999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60520" y="3200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RegistrationService — business logic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0" y="3538728"/>
            <a:ext cx="49377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931920" y="3538728"/>
            <a:ext cx="109728" cy="47548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3575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persistence/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60520" y="3776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— file I/O save &amp; load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31920" y="4114800"/>
            <a:ext cx="49377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931920" y="4114800"/>
            <a:ext cx="109728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41513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60520" y="43525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wires everything together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1188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527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CourseComponent is abstract — forces all subclasses to implement display(), getTotalLessons(), getType()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2062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68680"/>
            <a:ext cx="109728" cy="11887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941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01768" y="12527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 across every class. Accessed only via public getters/setters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0280"/>
            <a:ext cx="10972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13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6243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Module, Lesson all extend CourseComponent — reusing common name/description fields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42062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240280"/>
            <a:ext cx="109728" cy="1188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2313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1768" y="26243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called same way on all objects — each prints uniquely (Course vs Module vs Lesson)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39959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AlreadyRegisteredException &amp; CourseNotFoundException — caught with try-catch in Main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2062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11880"/>
            <a:ext cx="109728" cy="1188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Pattern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01768" y="39959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structure: Course (root) → Module (composite) → Lesson (leaf) — all via CourseComponent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09728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Composite Pattern?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636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and Modules needed to be treated identically — both can contain children. Composite Pattern solves this elegantly.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4114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23160"/>
            <a:ext cx="109728" cy="10515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78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 Exceptions?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7523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exceptions give no context. AlreadyRegisteredException tells exactly which student and course conflicted.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4114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11880"/>
            <a:ext cx="109728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File I/O Persistence?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94106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program restarts. DataStore.java writes students, courses, and registrations to .txt files using BufferedWriter.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Pattern — Core Code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206240" cy="3611880"/>
          </a:xfrm>
          <a:prstGeom prst="rect">
            <a:avLst/>
          </a:prstGeom>
          <a:solidFill>
            <a:srgbClr val="111827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325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Abstract Component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5499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CourseComponent {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name;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9979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abstract void display(String i);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221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abstract int getTotalLessons();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4460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670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894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Composite Node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118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Module extends CourseComponent {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3421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List&lt;CourseComponent&gt; children;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566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display(String indent) {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7901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(CourseComponent c : children)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014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c.display(indent + '  ');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42382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4622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java -cp out Main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88920" cy="3474720"/>
          </a:xfrm>
          <a:prstGeom prst="rect">
            <a:avLst/>
          </a:prstGeom>
          <a:solidFill>
            <a:srgbClr val="0F172A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27889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Course Structure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[CS101]: B.Tech CSE Sem 1 | Credits: 20 | Lessons: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Module: Core Java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5968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Lesson: Intro to Java | Duration: 60 mins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Lesson: OOP Concepts  | Duration: 90 mins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343400"/>
            <a:ext cx="2788920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370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Proves: Composite Pattern + Polymorphism (display)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1389888"/>
            <a:ext cx="2788920" cy="3474720"/>
          </a:xfrm>
          <a:prstGeom prst="rect">
            <a:avLst/>
          </a:prstGeom>
          <a:solidFill>
            <a:srgbClr val="0F172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389888"/>
            <a:ext cx="27889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Registration + Exception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18288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Registered Student [STU001] in Course [CS101]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Registered Student [STU002] in Course [CS101]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25968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Error: Student [STU001] already registered in [CS101]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Error: Course with code [CS999] was not found.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4343400"/>
            <a:ext cx="2788920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4370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Proves: Exception Handling (AlreadyRegistered + CourseNotFound)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1389888"/>
            <a:ext cx="2788920" cy="3474720"/>
          </a:xfrm>
          <a:prstGeom prst="rect">
            <a:avLst/>
          </a:prstGeom>
          <a:solidFill>
            <a:srgbClr val="0F172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389888"/>
            <a:ext cx="278892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Data Persistence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18288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All data saved to files successfully.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students.txt  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5968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courses.txt   ✅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registrations.txt  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4343400"/>
            <a:ext cx="2788920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370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Proves: File I/O — data survives after program closes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Registration System</dc:title>
  <dc:subject>PptxGenJS Presentation</dc:subject>
  <dc:creator>PptxGenJS</dc:creator>
  <cp:lastModifiedBy>PptxGenJS</cp:lastModifiedBy>
  <cp:revision>1</cp:revision>
  <dcterms:created xsi:type="dcterms:W3CDTF">2026-03-18T08:08:56Z</dcterms:created>
  <dcterms:modified xsi:type="dcterms:W3CDTF">2026-03-18T08:08:56Z</dcterms:modified>
</cp:coreProperties>
</file>